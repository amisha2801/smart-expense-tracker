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457200"/>
            <a:ext cx="1097280" cy="109728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749808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Expense Tracker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487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Engineering Project  ·  Group 8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32461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2A4A3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410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Amisha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31520" y="38496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32461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2A4A36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410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Aakriti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383280" y="38496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Reports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32461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2A4A36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3410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Aary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035040" y="38496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76" y="539496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· SMART EXPENSE TRACKER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Sprint's Updates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3533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workstreams moved the app forward this cycle.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499360" cy="2880360"/>
          </a:xfrm>
          <a:prstGeom prst="roundRect">
            <a:avLst>
              <a:gd name="adj" fmla="val 2195"/>
            </a:avLst>
          </a:prstGeom>
          <a:solidFill>
            <a:srgbClr val="F1F4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01140" y="192024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786" y="2062886"/>
            <a:ext cx="309067" cy="3090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587752"/>
            <a:ext cx="222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Backend API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9808" y="3044952"/>
            <a:ext cx="2097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controller, service, and repository layers, plus summary queries.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203960" y="3950208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3" name="Text 9"/>
          <p:cNvSpPr/>
          <p:nvPr/>
        </p:nvSpPr>
        <p:spPr>
          <a:xfrm>
            <a:off x="1203960" y="3950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Amisha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22320" y="1691640"/>
            <a:ext cx="2499360" cy="2880360"/>
          </a:xfrm>
          <a:prstGeom prst="roundRect">
            <a:avLst>
              <a:gd name="adj" fmla="val 2195"/>
            </a:avLst>
          </a:prstGeom>
          <a:solidFill>
            <a:srgbClr val="F1F4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74820" y="192024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466" y="206288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59480" y="2587752"/>
            <a:ext cx="222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Page Polish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523488" y="3044952"/>
            <a:ext cx="2097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layout, spacing, and clarity on the Reports page.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977640" y="3950208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20" name="Text 15"/>
          <p:cNvSpPr/>
          <p:nvPr/>
        </p:nvSpPr>
        <p:spPr>
          <a:xfrm>
            <a:off x="3977640" y="3950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Aakriti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096000" y="1691640"/>
            <a:ext cx="2499360" cy="2880360"/>
          </a:xfrm>
          <a:prstGeom prst="roundRect">
            <a:avLst>
              <a:gd name="adj" fmla="val 2195"/>
            </a:avLst>
          </a:prstGeom>
          <a:solidFill>
            <a:srgbClr val="F1F4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048500" y="192024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146" y="2062886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33160" y="2587752"/>
            <a:ext cx="222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297168" y="3044952"/>
            <a:ext cx="2097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design system now powering every page in the app.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751320" y="3950208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27" name="Text 21"/>
          <p:cNvSpPr/>
          <p:nvPr/>
        </p:nvSpPr>
        <p:spPr>
          <a:xfrm>
            <a:off x="6751320" y="3950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Aary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8640" y="4828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Expense Tracker  ·  Group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76" y="539496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AMISHA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Backend API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3533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full API layer that powers the dashboard, from HTTP route to database.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148840"/>
            <a:ext cx="1600200" cy="1417320"/>
          </a:xfrm>
          <a:prstGeom prst="roundRect">
            <a:avLst>
              <a:gd name="adj" fmla="val 3871"/>
            </a:avLst>
          </a:prstGeom>
          <a:solidFill>
            <a:srgbClr val="F1F4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71600" y="2295144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301" y="2415845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862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68680" y="31363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endpoint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423160" y="2468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2788920" y="2148840"/>
            <a:ext cx="1600200" cy="1417320"/>
          </a:xfrm>
          <a:prstGeom prst="roundRect">
            <a:avLst>
              <a:gd name="adj" fmla="val 3871"/>
            </a:avLst>
          </a:prstGeom>
          <a:solidFill>
            <a:srgbClr val="F1F4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37560" y="2295144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261" y="2415845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88920" y="2862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834640" y="31363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request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389120" y="2468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4754880" y="2148840"/>
            <a:ext cx="1600200" cy="1417320"/>
          </a:xfrm>
          <a:prstGeom prst="roundRect">
            <a:avLst>
              <a:gd name="adj" fmla="val 3871"/>
            </a:avLst>
          </a:prstGeom>
          <a:solidFill>
            <a:srgbClr val="F1F4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303520" y="2295144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221" y="2415845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54880" y="2862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00600" y="31363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business logic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6355080" y="2468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6720840" y="2148840"/>
            <a:ext cx="1600200" cy="1417320"/>
          </a:xfrm>
          <a:prstGeom prst="roundRect">
            <a:avLst>
              <a:gd name="adj" fmla="val 3871"/>
            </a:avLst>
          </a:prstGeom>
          <a:solidFill>
            <a:srgbClr val="F1F4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269480" y="2295144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181" y="2415845"/>
            <a:ext cx="261518" cy="26151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20840" y="2862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766560" y="31363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data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822960" y="3794760"/>
            <a:ext cx="7498080" cy="502920"/>
          </a:xfrm>
          <a:prstGeom prst="roundRect">
            <a:avLst>
              <a:gd name="adj" fmla="val 21818"/>
            </a:avLst>
          </a:prstGeom>
          <a:solidFill>
            <a:srgbClr val="E7EEE2"/>
          </a:solidFill>
          <a:ln/>
        </p:spPr>
      </p:sp>
      <p:sp>
        <p:nvSpPr>
          <p:cNvPr id="31" name="Text 24"/>
          <p:cNvSpPr/>
          <p:nvPr/>
        </p:nvSpPr>
        <p:spPr>
          <a:xfrm>
            <a:off x="822960" y="3794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Summary queries powering the dashboard's key metrics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548640" y="4828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Expense Tracker  ·  Group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76" y="539496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AAKRITI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Page — UI Polish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3533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the Reports page for a cleaner, more consistent experience.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194560"/>
            <a:ext cx="2011680" cy="20116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997" y="2717597"/>
            <a:ext cx="965606" cy="9656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228600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layout and visual hierarchy</a:t>
            </a:r>
            <a:endParaRPr lang="en-US" sz="15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spacing and alignment across sections</a:t>
            </a:r>
            <a:endParaRPr lang="en-US" sz="15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charts and summary cards</a:t>
            </a:r>
            <a:endParaRPr lang="en-US" sz="15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with the shared design system components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48640" y="4828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Expense Tracker  ·  Group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76" y="539496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· AARY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3533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shared design system and migrated every page in the app to use it.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1908810" cy="457200"/>
          </a:xfrm>
          <a:prstGeom prst="roundRect">
            <a:avLst>
              <a:gd name="adj" fmla="val 50000"/>
            </a:avLst>
          </a:prstGeom>
          <a:solidFill>
            <a:srgbClr val="F1F4EF"/>
          </a:solidFill>
          <a:ln w="12700">
            <a:solidFill>
              <a:srgbClr val="CFDC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194560"/>
            <a:ext cx="190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94610" y="2194560"/>
            <a:ext cx="1908810" cy="457200"/>
          </a:xfrm>
          <a:prstGeom prst="roundRect">
            <a:avLst>
              <a:gd name="adj" fmla="val 50000"/>
            </a:avLst>
          </a:prstGeom>
          <a:solidFill>
            <a:srgbClr val="F1F4EF"/>
          </a:solidFill>
          <a:ln w="12700">
            <a:solidFill>
              <a:srgbClr val="CFDC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94610" y="2194560"/>
            <a:ext cx="190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40580" y="2194560"/>
            <a:ext cx="1908810" cy="457200"/>
          </a:xfrm>
          <a:prstGeom prst="roundRect">
            <a:avLst>
              <a:gd name="adj" fmla="val 50000"/>
            </a:avLst>
          </a:prstGeom>
          <a:solidFill>
            <a:srgbClr val="F1F4EF"/>
          </a:solidFill>
          <a:ln w="12700">
            <a:solidFill>
              <a:srgbClr val="CFDC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40580" y="2194560"/>
            <a:ext cx="190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StatCard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86550" y="2194560"/>
            <a:ext cx="1908810" cy="457200"/>
          </a:xfrm>
          <a:prstGeom prst="roundRect">
            <a:avLst>
              <a:gd name="adj" fmla="val 50000"/>
            </a:avLst>
          </a:prstGeom>
          <a:solidFill>
            <a:srgbClr val="F1F4EF"/>
          </a:solidFill>
          <a:ln w="12700">
            <a:solidFill>
              <a:srgbClr val="CFDC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86550" y="2194560"/>
            <a:ext cx="190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ProgressBar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1908810" cy="457200"/>
          </a:xfrm>
          <a:prstGeom prst="roundRect">
            <a:avLst>
              <a:gd name="adj" fmla="val 50000"/>
            </a:avLst>
          </a:prstGeom>
          <a:solidFill>
            <a:srgbClr val="F1F4EF"/>
          </a:solidFill>
          <a:ln w="12700">
            <a:solidFill>
              <a:srgbClr val="CFDC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2788920"/>
            <a:ext cx="190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594610" y="2788920"/>
            <a:ext cx="1908810" cy="457200"/>
          </a:xfrm>
          <a:prstGeom prst="roundRect">
            <a:avLst>
              <a:gd name="adj" fmla="val 50000"/>
            </a:avLst>
          </a:prstGeom>
          <a:solidFill>
            <a:srgbClr val="F1F4EF"/>
          </a:solidFill>
          <a:ln w="12700">
            <a:solidFill>
              <a:srgbClr val="CFDCC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94610" y="2788920"/>
            <a:ext cx="190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NavItem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40580" y="2788920"/>
            <a:ext cx="1908810" cy="457200"/>
          </a:xfrm>
          <a:prstGeom prst="roundRect">
            <a:avLst>
              <a:gd name="adj" fmla="val 50000"/>
            </a:avLst>
          </a:prstGeom>
          <a:solidFill>
            <a:srgbClr val="F1F4EF"/>
          </a:solidFill>
          <a:ln w="12700">
            <a:solidFill>
              <a:srgbClr val="CFDCC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40580" y="2788920"/>
            <a:ext cx="190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TextField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686550" y="2788920"/>
            <a:ext cx="1908810" cy="457200"/>
          </a:xfrm>
          <a:prstGeom prst="roundRect">
            <a:avLst>
              <a:gd name="adj" fmla="val 50000"/>
            </a:avLst>
          </a:prstGeom>
          <a:solidFill>
            <a:srgbClr val="F1F4EF"/>
          </a:solidFill>
          <a:ln w="12700">
            <a:solidFill>
              <a:srgbClr val="CFDCC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86550" y="2788920"/>
            <a:ext cx="190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3685032"/>
            <a:ext cx="190881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3685032"/>
            <a:ext cx="190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594610" y="3685032"/>
            <a:ext cx="190881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28" name="Text 25"/>
          <p:cNvSpPr/>
          <p:nvPr/>
        </p:nvSpPr>
        <p:spPr>
          <a:xfrm>
            <a:off x="2594610" y="3685032"/>
            <a:ext cx="190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640580" y="3685032"/>
            <a:ext cx="190881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0" name="Text 27"/>
          <p:cNvSpPr/>
          <p:nvPr/>
        </p:nvSpPr>
        <p:spPr>
          <a:xfrm>
            <a:off x="4640580" y="3685032"/>
            <a:ext cx="190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686550" y="3685032"/>
            <a:ext cx="190881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2" name="Text 29"/>
          <p:cNvSpPr/>
          <p:nvPr/>
        </p:nvSpPr>
        <p:spPr>
          <a:xfrm>
            <a:off x="6686550" y="3685032"/>
            <a:ext cx="190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48640" y="44074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powers all 7 app pages — Dashboard, Login, Signup, Transactions, Budget, Reports, and Accounts.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48640" y="4828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Expense Tracker  ·  Group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411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76" y="539496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· GROUP 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3533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 heading into the next sprint.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499360" cy="2880360"/>
          </a:xfrm>
          <a:prstGeom prst="roundRect">
            <a:avLst>
              <a:gd name="adj" fmla="val 2195"/>
            </a:avLst>
          </a:prstGeom>
          <a:solidFill>
            <a:srgbClr val="F1F4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01140" y="19659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786" y="2108606"/>
            <a:ext cx="309067" cy="3090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69748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New UI Issues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68096" y="3291840"/>
            <a:ext cx="2060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issues surfacing in the new UI as it rolls out.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322320" y="1691640"/>
            <a:ext cx="2499360" cy="2880360"/>
          </a:xfrm>
          <a:prstGeom prst="roundRect">
            <a:avLst>
              <a:gd name="adj" fmla="val 2195"/>
            </a:avLst>
          </a:prstGeom>
          <a:solidFill>
            <a:srgbClr val="F1F4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74820" y="19659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466" y="2108606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59480" y="269748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the New UI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541776" y="3291840"/>
            <a:ext cx="2060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implementing the new UI using the design system.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96000" y="1691640"/>
            <a:ext cx="2499360" cy="2880360"/>
          </a:xfrm>
          <a:prstGeom prst="roundRect">
            <a:avLst>
              <a:gd name="adj" fmla="val 2195"/>
            </a:avLst>
          </a:prstGeom>
          <a:solidFill>
            <a:srgbClr val="F1F4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048500" y="19659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146" y="2108606"/>
            <a:ext cx="309067" cy="30906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33160" y="269748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All APIs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315456" y="3291840"/>
            <a:ext cx="2060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API and verify it integrates well with the rest of the project.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48640" y="4828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Expense Tracker  ·  Group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914400"/>
            <a:ext cx="1097280" cy="109728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1207008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Expense Tracker  ·  Group 8  ·  Amisha, Aakriti, Aary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Expense Tracker — Group 8 Update</dc:title>
  <dc:subject>PptxGenJS Presentation</dc:subject>
  <dc:creator>Group 8</dc:creator>
  <cp:lastModifiedBy>Group 8</cp:lastModifiedBy>
  <cp:revision>1</cp:revision>
  <dcterms:created xsi:type="dcterms:W3CDTF">2026-07-04T16:07:46Z</dcterms:created>
  <dcterms:modified xsi:type="dcterms:W3CDTF">2026-07-04T16:07:46Z</dcterms:modified>
</cp:coreProperties>
</file>